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Tilcons — All-in-one ATS + CRM for Indian Staffing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19695" y="6492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www.tilcons.com  ·  ashu@tilcons.com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TILCONS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
</a:t>
            </a:r>
            <a:pPr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CRM
</a:t>
            </a:r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Staffing Agencies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Presentation  · 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Tileshwar Consulting Services Pvt. Ltd.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362895" y="548640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28655" y="548640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94415" y="548640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2895" y="585216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28655" y="585216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94415" y="5852160"/>
            <a:ext cx="137160" cy="1371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TILCONS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Tilcons</a:t>
            </a:r>
            <a:pPr indent="0" marL="0">
              <a:buNone/>
            </a:pP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(Tileshwar Consulting Services Pvt. Ltd.) is the </a:t>
            </a:r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all-in-one ATS + CRM </a:t>
            </a:r>
            <a:pPr indent="0" marL="0">
              <a:buNone/>
            </a:pPr>
            <a:r>
              <a:rPr lang="en-US" sz="1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Indian staffing agencies — not a retrofit of US software.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workspace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CRM + Reports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29260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188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 tuned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staffing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9260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₹INR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/ TDS / PF / ESI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out of the box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29260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3108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98280" y="411480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candidate ranking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TILCONS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Today's Staffing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423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CRM + Spreadsheets + WhatsApp + Email — context lost between systems.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Imported, not built for India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2423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Naukri-first sourcing, GST invoicing, PF/ESI fields are afterthoughts in US/EU tools.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931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licensing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Per-recruiter dollar pricing makes scale unaffordable for Indian agencies.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931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4206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advantage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47091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burns hours. Resume-to-JD matching is still keyword search.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TILCONS 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Stage of Hiring.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candidates, 8-stage pipeline, interviews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deals, submissions, account mgmt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64592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7532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marketing, instant submissions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match, ranking, Agastya chatbot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484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Naukri-first, LinkedIn, free boards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92440" y="402336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4297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75320" y="5029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TDS, PF, ESI, INR invoicing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— Applicant Tracking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candidate from Applied to Joined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· FEATURE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Hiring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every candidate's journey. Auto-log every status 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228600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63640" y="228600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06840" y="228600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0684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20440" y="37490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63640" y="37490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06840" y="3749040"/>
            <a:ext cx="2560320" cy="1188720"/>
          </a:xfrm>
          <a:prstGeom prst="roundRect">
            <a:avLst>
              <a:gd name="adj" fmla="val 384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0684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7724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talking point: open the ATS workspace → drag a candidate from Shortlisted to Interview → show the Activity tab auto-log.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· FEATURE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360° Panel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has 4 tabs — one panel, every action.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13716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2194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stage, JD, application history, drag to move stage.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08960"/>
            <a:ext cx="13716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319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 status changes, interviews, submissions + free-text notes.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14800"/>
            <a:ext cx="13716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06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4206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phone/video/onsite. Track status, feedback, interviewer.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120640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120640"/>
            <a:ext cx="13716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2120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5212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CRM client with rate, notes. Auto-logs into Activity.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· FEATURE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 &amp; Bench Marketing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feature. Maintain a live hotlist of available consultants and pitch them instantly.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toggle to add any candidate to the hotlist with private notes.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'Hotlist / Bench' tab in the ATS sidebar.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388620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directly to any CRM client with rate and notes — auto-logs activity.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617720"/>
            <a:ext cx="274320" cy="2743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can quickly answer the daily 'kaun available hai?'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· FEATURE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&amp; Client Submissions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2860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Mode: Phone / Video / Onsite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Interviewer name + date/time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Scheduled / Done / No-show / Rescheduled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notes captured inline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Auto-logs into candidate Activity tab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candidate to CRM client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rate offered (₹) and notes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Submitted / Shortlisted / Rejected / Hired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Ownership-scoped (recruiter sees only their clients)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log makes audit trail effortless
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Client Relationships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clients, deals and revenue pipeline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FEATURE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Contact, industry, status (active/dormant/prospect), notes.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pipeline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26060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lead → qualified → proposal → won/lost. ₹ values + probability.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74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Owner-scoped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 an ownerUserId — cross-account access blocked at storage layer.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43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43434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cards for total clients, open deals, won ₹ this quarter.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1206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12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6240" y="52120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format, enum stages, UUID FK checks — clean data, always.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Tilcons earns its name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FEATURE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Built In, Not Bolted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candidate against the JD on skills, role and experience. 92% match scores at a glance.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pipeline by AI confidence — top 10 candidates surface in seconds.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Agastya Chatbot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Public-site assistant powered by OpenAI. Answers candidate FAQs, lists open jobs, captures employer JDs.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9319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Insights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AI summaries of recruiter activity, predicted joining probability per candidate.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Naukri-first. INR-first. GST-ready.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FEATURE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Staffing, Out of the Box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1371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37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Naukri-first sourcing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737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once, distribute to Naukri, LinkedIn and free boards (roadmap Q3 2026).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14600"/>
            <a:ext cx="1371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pricing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Per-recruiter rupee pricing — no dollar sticker shock.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3832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83280"/>
            <a:ext cx="1371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74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/ TDS / PF / ESI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474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fields and exports designed for Indian regulations.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51960"/>
            <a:ext cx="1371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343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Hinglish-friendly UI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343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Indians, for Indian recruiters and candidates.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51206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20640"/>
            <a:ext cx="13716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212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 culture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89120" y="52120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marketing is a first-class feature, not an afterthought.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CRM record owner-scoped. Cross-account reads blocked at storage layer.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password hashing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6060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plain-text passwords. Sessions secure, httpOnly, 7-day expiry.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3832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74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reset tokens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32-byte random reset tokens, only SHA-256 hash persisted. 1-hour expiry.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43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Sanitised admin APIs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06240" y="43434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 / candidate endpoints never return password or reset-token fields.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1206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212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 everywhere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52120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 validated server-side before storage.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Roadmap — We Ship Transparently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262432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2624328" cy="4114800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ATS · 8-stage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CRM · clients + deals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Hotlist / bench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Interviews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Activity log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Agastya AI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Resume upload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84448" y="1554480"/>
            <a:ext cx="262432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55448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84448" y="2011680"/>
            <a:ext cx="2624328" cy="4114800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Naukri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21608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LinkedIn distribution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21608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Email + Calendar sync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21608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&amp;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21608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Background checks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91656" y="1554480"/>
            <a:ext cx="26243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155448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91656" y="2011680"/>
            <a:ext cx="2624328" cy="4114800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VMS sync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8816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board aggregator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28816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Onboarding flows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28816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E-signature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98864" y="1554480"/>
            <a:ext cx="262432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98864" y="1554480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98864" y="2011680"/>
            <a:ext cx="2624328" cy="4114800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6024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GST-ready financials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36024" y="2651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Advanced AI ranking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36024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app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36024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marketplace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20040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554480"/>
            <a:ext cx="20116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Tilcons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1554480"/>
            <a:ext cx="20116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Ceipal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26680" y="1554480"/>
            <a:ext cx="20116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Bullhorn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38360" y="1554480"/>
            <a:ext cx="201168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JobDiva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01168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+ CRM in one tool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03320" y="201168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15000" y="201168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26680" y="201168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38360" y="201168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3836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251460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India, for India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03320" y="2514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15000" y="2514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26680" y="2514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38360" y="2514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3836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01752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Naukri-first integration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03320" y="301752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(roadmap)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15000" y="301752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726680" y="301752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2668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738360" y="301752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" y="35204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520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/ TDS / PF / ESI ready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03320" y="352044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0332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(roadmap)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715000" y="352044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726680" y="352044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2668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738360" y="352044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3836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02920" y="402336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per-recruiter pricing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703320" y="402336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0332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715000" y="402336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1500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726680" y="402336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738360" y="402336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3836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02920" y="45262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 / Bench module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703320" y="45262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715000" y="45262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726680" y="45262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26680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738360" y="45262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38360" y="4526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502920" y="5029200"/>
            <a:ext cx="32004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matching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703320" y="502920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0332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715000" y="502920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1500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726680" y="502920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2668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9738360" y="5029200"/>
            <a:ext cx="20116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73836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502920" y="55321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02920" y="5532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public roadmap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703320" y="55321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03320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715000" y="55321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15000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7726680" y="55321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26680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9738360" y="55321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38360" y="5532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a 10-Recruiter Agency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4592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on screening (AI matching)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hrs / recruiter / week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060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client submissions (one-click submit)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→ 5 minutes per submission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38328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747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tool sprawl (ATS + CRM + sheets → 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347472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₹30K–₹80K / month on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434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fill rate (hotlist + ranking)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434340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343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+15-25% on warm roles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512064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120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audit trail (auto activity log)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5212080"/>
            <a:ext cx="36576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5212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hours rebuilding hiring history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20-Minute Demo 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5448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&amp; qualification — agency size, current tools, biggest pain (use 'Who We Are')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233172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233172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walkthrough — open /admin/ats, drag candidate through 8 stages, open Activity tab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31720" y="310896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10896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Hotlist &amp; bench — toggle a candidate, show 'Hotlist / Bench' sidebar, submit to client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88620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 min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331720" y="388620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88620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add a client + deal, show pipeline ₹ totals, demonstrate owner scoping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" y="46634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6634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14–17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31720" y="466344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466344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Agastya chat on landing page, mention resume-match roadmap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44068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40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17–20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331720" y="5440680"/>
            <a:ext cx="9537192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5440680"/>
            <a:ext cx="9262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close — show public /roadmap, confirm trial via /get-started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Cheatsheet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5448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already use Ceipal / Bullhorn / JobDiva."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691640"/>
            <a:ext cx="36576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645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staffing — Naukri, GST, INR pricing, hotlist culture. Migration support included.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06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 modules are still on the roadmap."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77840" y="2651760"/>
            <a:ext cx="36576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60604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public roadmap (we don't hide). Core ATS + CRM + AI is live. You get launch pricing now.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47472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661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is the AI different?"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3611880"/>
            <a:ext cx="36576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356616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Resume-to-JD scoring, not keyword search. Built on OpenAI. Agastya bot live on the public site.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526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about data security?"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4572000"/>
            <a:ext cx="36576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52628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at storage layer. Scrypt hashing. Hashed reset tokens. Zod-validated APIs.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394960"/>
            <a:ext cx="1109167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486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"Pricing?"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5532120"/>
            <a:ext cx="36576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548640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Per-recruiter INR pricing. Free trial via /get-started. Discount for early India agencies.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20-minute demo and walk away with a working ATS + CRM workspace.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product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www.tilcons.com/get-started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41148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ashu@tilcons.com  ·  deep@tilcons.com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1148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roadmap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www.tilcons.com/roadmap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Tileshwar Consulting Services Pvt. Ltd.  ·  Built in India for Indian staffing.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Tilcons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Tilcons — ATS + CRM Sales Deck</dc:title>
  <dc:subject>PptxGenJS Presentation</dc:subject>
  <dc:creator>Tileshwar Consulting Services Pvt. Ltd.</dc:creator>
  <cp:lastModifiedBy>Tileshwar Consulting Services Pvt. Ltd.</cp:lastModifiedBy>
  <cp:revision>1</cp:revision>
  <dcterms:created xsi:type="dcterms:W3CDTF">2026-05-16T22:39:08Z</dcterms:created>
  <dcterms:modified xsi:type="dcterms:W3CDTF">2026-05-16T22:39:08Z</dcterms:modified>
</cp:coreProperties>
</file>